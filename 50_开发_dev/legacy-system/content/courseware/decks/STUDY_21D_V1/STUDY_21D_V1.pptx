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7317"/>
                </a:solidFill>
                <a:latin typeface="Microsoft YaHei"/>
              </a:rPr>
              <a:t>STUDY_21D_V1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F2937"/>
                </a:solidFill>
                <a:latin typeface="Microsoft YaHei"/>
              </a:rPr>
              <a:t>21天家长训练营 · 自驱不是催出来的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Microsoft YaHei"/>
              </a:rPr>
              <a:t>从催与监工,转向自主支持;帮孩子建立自我调节(定目标·拆小步·自评),家长少代劳、多肯定过程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Microsoft YaHei"/>
              </a:rPr>
              <a:t>看见与连接(D1–7) · 家长先改变(D8–14) · 共创与稳定(D15–21)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对象:家长(父母先改变;孩子不是被改造对象)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Microsoft YaHei"/>
              </a:rPr>
              <a:t>阶段 1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EA7317"/>
                </a:solidFill>
                <a:latin typeface="Microsoft YaHei"/>
              </a:rPr>
              <a:t>看见与连接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D1–7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先看见自己的催促模式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技能:家长自我觉察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自驱的第一道障碍常是家长的催;先看见自己。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记录今天催学习的次数和语气。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“我发现我今天一直在催你。”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你催的触发点与语气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先看见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doi:10.1016/j.adolescence.2015.04.005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STUDY_21D_V1    Day 1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2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先了解卡在哪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技能:用好奇代替追问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问“做完没”会关上门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把"作业做完没"换成"今天卡在哪一步"。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“今天卡在哪一步了?”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孩子是否说出具体困难。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了解困难≠替他做。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依据:E2 doi:10.1037/h0045357 ; E6 doi:10.1016/j.jadohealth.2017.11.067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STUDY_21D_V1    Day 2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3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分清"这是谁的事"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技能:区分责任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把学习责任还给孩子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列出学习里哪些本该孩子自己负责。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“这部分我相信你能自己安排。”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孩子对"这是我的事"的反应。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还责任不是甩手不管。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依据:practitioner · 证据待验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STUDY_21D_V1    Day 3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4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先接住畏难情绪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技能:情绪确认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畏难先被接住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谈学习前先接住一次畏难情绪。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“这科确实挺难的,我懂。”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接住情绪后是否更愿意动。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接住情绪不等于降低要求。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doi:10.32920/26052868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STUDY_21D_V1    Day 4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5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看见"催→拖"的循环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技能:识别强制循环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越催越拖是升级链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记一次"我一催、他更不动"的场景。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“刚才我一催,你反而更不想动了对吗?”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催促与拖延之间的关系。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观察非指责。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doi:10.1017/S0954579414000169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STUDY_21D_V1    Day 5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6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家长先示范专注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技能:家长示范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家长自己专注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陪读时家长自己也专注做一件事。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“这段时间我也专心做我的事。”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共同专注的氛围。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陪伴不是监视。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依据:practitioner · 证据待验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STUDY_21D_V1    Day 6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7   ·   看见与连接 · 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第一周小复盘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看见"我忍住没催、给了空间"的时刻。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05156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761488"/>
            <a:ext cx="1018641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回看一件事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记一次你忍住没催、给了孩子空间。
可以说:“这周我在学着少催、多信任。”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复盘非考核。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STUDY_21D_V1    Day 7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Microsoft YaHei"/>
              </a:rPr>
              <a:t>阶段 2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2563EB"/>
                </a:solidFill>
                <a:latin typeface="Microsoft YaHei"/>
              </a:rPr>
              <a:t>家长先改变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D8–14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8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从"监工"转"支持"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技能:自主支持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自主支持比控制更能培养持久动机。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把"快去写作业"换成问他的计划。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“你打算先做哪科?”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被问计划 vs 被催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支持不是不管。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doi:10.1016/j.cpr.2014.04.003 ; E6 doi:10.1016/j.cedpsych.2021.101976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STUDY_21D_V1    Day 8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9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给有限选择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技能:自主支持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让孩子对顺序/时间有掌控感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让孩子自己排今天的学习顺序。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“顺序你定,几点开始你也定一个。”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有掌控感后是否更主动。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选项范围仍由你把关。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doi:10.1016/j.cpr.2014.04.003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STUDY_21D_V1    Day 9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10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支持胜任感:拆小步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技能:任务拆解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拆成第一小步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帮孩子把一个大任务拆出"第一小步"。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“我们先只做第一小步,好不好?”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有了第一小步是否更容易开始。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拆步是脚手架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doi:10.1007/s11409-008-9029-x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STUDY_21D_V1    Day 10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11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少代劳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技能:适度参与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控制式/过度作业参与与成绩可能负相关;退一步给自主。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今天不盯着改作业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“需要我的时候叫我。”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退一步后他自己完成了多少。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退一步≠放任;安全/态度问题仍关注。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doi:10.7334/psicothema2023.92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STUDY_21D_V1    Day 11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12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目标要具体可达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技能:目标设定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具体可达的小目标比"好好学"更能驱动行为(自我调节)。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和孩子把"好好学"换成今天一个能完成的小目标。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“今天我们定一个能完成的小目标。”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有具体目标后完成情况。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目标由孩子参与定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doi:10.1007/s11409-008-9029-x ; E6 doi:10.1016/j.cedpsych.2021.101976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STUDY_21D_V1    Day 12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13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教一个自我调节动作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技能:自我调节(计划-监控-自评)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学完自评"会了/还没"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教孩子学完说一句"哪里会了、哪里还没"。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“学完我们各自说一句今天哪里有进步。”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孩子能否说出自己的进步/卡点。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自评非自我批判。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doi:10.1007/s11409-008-9029-x ; E6 doi:10.1016/j.cedpsych.2021.101976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STUDY_21D_V1    Day 13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14   ·   家长先改变 · 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第二周小复盘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家长先改变的证据在自己身上。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05156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761488"/>
            <a:ext cx="1018641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回看一件事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记一个"我退一步、他多走一步"的时刻。
可以说:“我在学着退一步,把空间还给你。”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完课≠改变。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STUDY_21D_V1    Day 14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Microsoft YaHei"/>
              </a:rPr>
              <a:t>阶段 3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0F766E"/>
                </a:solidFill>
                <a:latin typeface="Microsoft YaHei"/>
              </a:rPr>
              <a:t>共创与稳定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D15–21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15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共建学习小计划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技能:共创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一起定的计划孩子更愿意执行。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和孩子一起做一张本周学习小计划。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“这张计划我们一起定。”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共定 vs 被安排的执行度。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共创不是甩锅。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doi:10.1017/S0954579414000169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STUDY_21D_V1    Day 15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16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逐步交还计划权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技能:渐进自主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让孩子自己安排一天并复盘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让孩子自己安排一天学习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“今天你自己安排,晚上我们复盘一下。”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自己安排后的投入度。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交还是渐进的。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doi:10.1016/j.cpr.2014.04.003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STUDY_21D_V1    Day 16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17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具体肯定努力与方法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技能:具体肯定(非夸聪明)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肯定过程/策略比夸"聪明"更能维持动机。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肯定一个具体的努力或好方法。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“你今天先做难的那科,这个方法不错。”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具体肯定后该行为是否更常见。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肯定行为/策略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doi:10.32920/26052868 ; E6 doi:10.1016/j.cedpsych.2021.101976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STUDY_21D_V1    Day 17 /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18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退步时谈方法不贴标签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技能:处理退步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退步谈"哪步可调"比贴"懒/笨"有用。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退步时和孩子看看哪一步可以调整。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“这次没达到,我们看看哪一步可以调。”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谈方法 vs 责备的恢复速度。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绝不贴"懒/笨";不比较排名。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doi:10.1016/j.adolescence.2015.04.005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STUDY_21D_V1    Day 18 /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19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固定的学习-连接小仪式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技能:连接仪式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稳定的开始/结束仪式让自我调节可持续。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约定每天一个固定的学习开始/结束仪式。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“我们定一个每天开始学习前的小信号。”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仪式坚持后的稳定性。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仪式贵在小而持续。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依据:practitioner · 证据待验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STUDY_21D_V1    Day 19 / 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20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迁移到别的学习场景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技能:泛化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把有效方法迁到另一科/另一件事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把一个有效方法用到另一科或另一件事。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“上次那个办法挺好,这科我们也试试?”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同法在新场景是否也管用。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迁移是尝试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依据:practitioner · 证据待验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STUDY_21D_V1    Day 20 / 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21   ·   共创与稳定 · 结营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综合复盘与下一步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看见 21 天的过程改变(非分数)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05156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761488"/>
            <a:ext cx="1018641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回看一件事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回看 21 天
可以说:“这 21 天我最想继续做的是……你觉得呢?”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综合复盘非结营考核;不承诺提分。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STUDY_21D_V1    Day 21 / 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Microsoft YaHei"/>
              </a:rPr>
              <a:t>循证依据(crossref 已核验)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E7 · doi:10.1007/s11409-008-9029-x — 培养自我调节学习 meta(2008)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E6 · doi:10.1016/j.cedpsych.2021.101976 — 自我调节学习训练项目提升学业(2021;大学生样本,外推青少年 MODERATE)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E6 · doi:10.7334/psicothema2023.92 — 家长作业参与三层 meta(2023;过度/控制式参与可能负相关——支持'少代劳')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E7 · doi:10.1016/j.cpr.2014.04.003 — Triple P meta(自主支持/有限选择)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E6 · doi:10.1017/S0954579414000169 — 强制家庭过程(打断'催→拖';早童样本)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E6 · doi:10.1016/j.jadohealth.2017.11.067 — 亲子沟通家长干预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E7 · doi:10.1016/j.adolescence.2015.04.005 — 情绪教练 RCT(处理畏难/退步)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E7 · doi:10.32920/26052868 — 情绪调节·家长 meta(具体肯定)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E2 · doi:10.1037/h0045357 — 共情/主动倾听(理论背景)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A7317"/>
                </a:solidFill>
                <a:latin typeface="Microsoft YaHei"/>
              </a:rPr>
              <a:t>红线:父母先改变 · 不承诺提分 · 不比较排名 · 不贴懒或笨的标签 · 打卡不等于结果 · 完课不等于改变 · 观察不等于事实 · 危机转人工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