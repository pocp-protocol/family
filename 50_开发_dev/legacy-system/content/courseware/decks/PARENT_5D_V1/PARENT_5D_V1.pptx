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7317"/>
                </a:solidFill>
                <a:latin typeface="Microsoft YaHei"/>
              </a:rPr>
              <a:t>PARENT_5D_V1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icrosoft YaHei"/>
              </a:rPr>
              <a:t>5天好爸妈入门训练营 · 先接住情绪,再谈教育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Microsoft YaHei"/>
              </a:rPr>
              <a:t>5天只练一件事——先看见并接住情绪,再连接、再沟通;情绪通了,方法才进得去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看见与接住(D1–2) · 连接与倾听(D3–4) · 定一件继续(D5–5)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对象:家长(父母先改变;孩子不是被改造对象)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A7317"/>
                </a:solidFill>
                <a:latin typeface="Microsoft YaHei"/>
              </a:rPr>
              <a:t>看见与接住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D1–2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   ·   看见与接住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先看见自己的情绪反应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技能:家长情绪自我觉察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教育里第一个失控的常是家长的情绪;先看见自己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记录今天你情绪一上来的 1 个时刻和当时的话。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““刚才我有点急”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你自己的情绪触发点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先看见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PARENT_5D_V1    Day 1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   ·   看见与接住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先接住情绪·给情绪命名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技能:情绪确认与命名(情绪五维法·入门)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情绪先被看见和命名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孩子有情绪时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““你现在是不是有点生气/难过？我懂。””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情绪被命名后是否平缓一点。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“情绪五维法”官方逐日教案 【官方教案待补】;今天先练"命名情绪"这一步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PARENT_5D_V1    Day 2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Microsoft YaHei"/>
              </a:rPr>
              <a:t>连接与倾听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D3–4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3   ·   连接与倾听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站到孩子角度看一次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技能:移情/换位(移情图·入门)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先理解他的处境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就今天一件冲突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““换成是我在你这个位置”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你能否说出他的感受与需要(而非只讲道理)。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“移情图”官方模板 【官方教案待补】;今天只练"说出对方感受"这一动作。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PARENT_5D_V1    Day 3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4   ·   连接与倾听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先连接再说话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技能:主动倾听(先听后说)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先听懂再开口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今天谈事前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““你先说”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先听完后对话是否更少对抗。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倾听不是审问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doi:10.1016/j.jadohealth.2017.11.067 ; 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PARENT_5D_V1    Day 4 /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0F766E"/>
                </a:solidFill>
                <a:latin typeface="Microsoft YaHei"/>
              </a:rPr>
              <a:t>定一件继续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D5–5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5   ·   定一件继续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定一件继续做的小改变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技能:选择与承诺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5天的意义不在学多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从这5天里选一个你要继续做的做法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““这几天我最想继续做的是……你觉得呢？””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一个你确定延续的做法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入门营不承诺提分/疗效;它只是第一次小改变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PARENT_5D_V1    Day 5 /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循证依据(crossref 已核验)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doi:10.1016/j.adolescence.2015.04.005 — 情绪教练 RCT(接住情绪/命名情绪)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doi:10.32920/26052868 — 情绪调节·家长 meta(自我调节/具体肯定)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E2 · doi:10.1037/h0045357 — 共情/无条件积极关注(移情/倾听理论背景)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doi:10.1016/j.jadohealth.2017.11.067 — 亲子沟通家长干预(先连接再说话)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7317"/>
                </a:solidFill>
                <a:latin typeface="Microsoft YaHei"/>
              </a:rPr>
              <a:t>红线:父母先改变 · 不承诺提分或疗效 · 不比较排名 · 不贴标签 · 打卡不等于结果 · 完课不等于改变 · 观察不等于事实 · 危机转人工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