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7317"/>
                </a:solidFill>
                <a:latin typeface="Microsoft YaHei"/>
              </a:rPr>
              <a:t>WISDOM_21D_V1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Microsoft YaHei"/>
              </a:rPr>
              <a:t>21天智慧父母训练营 · 修复关系·回应消极·顺畅沟通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Microsoft YaHei"/>
              </a:rPr>
              <a:t>先修复关系,再学会回应孩子的消极情绪与想法,最后建立日常顺畅沟通;三步同一内核——先连接再纠正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模块一·修复破裂亲子关系(D1–7) · 模块二·回应孩子的消极情绪与想法(D8–14) · 模块三·建立顺畅沟通(D15–21)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对象:家长(父母先改变;孩子不是被改造对象)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EA7317"/>
                </a:solidFill>
                <a:latin typeface="Microsoft YaHei"/>
              </a:rPr>
              <a:t>模块一·修复破裂亲子关系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D1–7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   ·   模块一·修复破裂亲子关系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先看见关系里的裂痕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技能:家长自我觉察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修复从看见开始;先承认关系有裂痕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写下最近一次和孩子疏远或冲突的具体场景。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““最近我们好像有点远”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裂痕最常出现在什么情境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先看见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   ·   模块一·修复破裂亲子关系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停止翻旧账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技能:就事论事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翻旧账会不断撕开裂痕;修复要从"此刻"开始。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今天谈事时不带出过去的错处。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““过去的先放一放”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不翻旧账后对话温度的变化。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不翻旧账不等于不设边界。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2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3   ·   模块一·修复破裂亲子关系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先修复情绪账户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技能:正向连接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关系账户里先有存款(正向互动)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今天创造一次纯粹愉快、不带教育目的的相处。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““今天不谈学习”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无目的相处后孩子的靠近。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连接不是为了换取服从。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3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4   ·   模块一·修复破裂亲子关系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真诚道歉的示范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技能:家长先认错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家长能为自己的过火道歉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就一次你的过火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““那天我说重了”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道歉后关系是否松动。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道歉是为过火的方式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4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5   ·   模块一·修复破裂亲子关系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接住而非说服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技能:情绪确认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关系破裂时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孩子有情绪时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““你有这个感受”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被接住后是否更愿意靠近。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接住情绪不等于认同所有行为。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5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6   ·   模块一·修复破裂亲子关系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重建信任的小承诺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技能:说到做到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信任靠一个个兑现的小承诺重建。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对孩子做一个小承诺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““我答应你的”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兑现承诺后信任的回升。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不轻许做不到的承诺。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6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7   ·   模块一·修复破裂亲子关系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模块一复盘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看见"我在修复而非纠正"的时刻。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记一次你选择了修复关系而非争对错。
可以说:““这周我更想和你近一点”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复盘非考核。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7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2563EB"/>
                </a:solidFill>
                <a:latin typeface="Microsoft YaHei"/>
              </a:rPr>
              <a:t>模块二·回应孩子的消极情绪与想法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D8–14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8   ·   模块二·回应孩子的消极情绪与想法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先分清:这是情绪还是想法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技能:区分情绪与念头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孩子说“我不行/没意思”常是情绪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孩子说消极话时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““你这么说”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消极话背后的真实情绪。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不把一句消极话当成孩子的定论。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8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9   ·   模块二·回应孩子的消极情绪与想法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不否定也不灌鸡汤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技能:稳稳地在场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“哪有那么糟”否定了他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孩子消极时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““我先陪你待会儿”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不否定不打鸡血后他是否更松。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不否定情绪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依据:E2 doi:10.1037/h0045357 ; 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9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10   ·   模块二·回应孩子的消极情绪与想法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帮他把感受说清楚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技能:情绪命名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说得清的情绪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帮孩子把模糊的难受说成具体的一句。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““听起来你是既紧张又怕让我失望”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命名后情绪是否缓和。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命名是帮他表达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 ; 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10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11   ·   模块二·回应孩子的消极情绪与想法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把“我不行”变成“哪一步难”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技能:从全盘否定到具体困难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聚焦具体一步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引导孩子把“我什么都做不好”缩小到具体一步。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““不是你不行”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从笼统到具体后他是否更能动。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引导具体化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11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12   ·   模块二·回应孩子的消极情绪与想法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看见并肯定微小努力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技能:具体肯定过程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消极常源于长期不被看见;肯定具体努力能松动它。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指出孩子一个具体的、常被忽略的努力。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““你今天虽然烦”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被看见后消极是否减弱。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肯定过程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12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13   ·   模块二·回应孩子的消极情绪与想法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分清谁的课题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技能:课题分离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家长把孩子的情绪全扛在自己身上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分清这件事里哪部分是孩子要自己面对的。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““这件事我陪你”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你放下过度承担后的轻松。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分离不是冷漠不管。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13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14   ·   模块二·回应孩子的消极情绪与想法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模块二复盘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家长先改变的证据在自己身上。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记一次你回应消极时"陪着而非纠正"。
可以说:““我在学着陪你面对”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完课≠改变。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14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0F766E"/>
                </a:solidFill>
                <a:latin typeface="Microsoft YaHei"/>
              </a:rPr>
              <a:t>模块三·建立顺畅沟通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D15–21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15   ·   模块三·建立顺畅沟通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先听懂再回应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技能:主动倾听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顺畅沟通的第一条:先完整听懂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今天谈事前先复述一遍你听到的。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““我先说说我听到的”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复述确认后误解是否减少。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倾听不是等着反驳。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doi:10.1016/j.jadohealth.2017.11.067 ; 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15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16   ·   模块三·建立顺畅沟通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用“我信息”表达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技能:我信息表达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“我担心…”比“你怎么又…”更少激起对抗。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把一句指责换成"我感受+具体事+我希望"。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““我有点担心”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换说法后孩子的防御是否降低。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表达感受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doi:10.1016/j.jadohealth.2017.11.067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16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17   ·   模块三·建立顺畅沟通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不在情绪高点谈问题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技能:择时沟通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双方都在气头上时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情绪高时先暂停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““现在我们都急”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择时后同一话题的结果差别。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暂停不是逃避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17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18   ·   模块三·建立顺畅沟通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一起找办法而非定输赢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技能:合作解决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把“听我的”换成“一起想”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就一个分歧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““这件事我们一起想个都行的办法。””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合作 vs 命令的执行度。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合作不是无原则妥协。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doi:10.1016/j.jadohealth.2017.11.067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18 /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19   ·   模块三·建立顺畅沟通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固定的家庭对话时间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技能:沟通仪式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稳定的对话时间让顺畅沟通可持续。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约定一个每天固定的轻松聊天时段。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““以后每天这会儿”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仪式坚持后沟通的稳定。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仪式贵在小而持续。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19 /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20   ·   模块三·建立顺畅沟通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把方法迁到全家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把顺畅沟通用到夫妻/长辈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把"先听懂再回应"用到另一个家庭成员身上。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““这个说话方式”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同法在别的关系里是否也管用。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迁移是尝试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20 /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21   ·   模块三·建立顺畅沟通 · 结营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综合复盘与下一步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看见 21 天从修复到沟通的过程改变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回看三模块
可以说:““这 21 天我最想一直做下去的是……你觉得呢？””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综合复盘非考核;不承诺提分或疗效。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WISDOM_21D_V1    Day 21 /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循证依据(crossref 已核验)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doi:10.1016/j.adolescence.2015.04.005 — 情绪教练 RCT(接住情绪/命名情绪)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doi:10.32920/26052868 — 情绪调节·家长 meta(自我调节/具体肯定)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E2 · doi:10.1037/h0045357 — 共情/无条件积极关注(修复关系/倾听理论背景)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doi:10.1016/j.jadohealth.2017.11.067 — 亲子沟通家长干预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doi:10.1017/S0954579414000169 — 强制家庭过程(打断冲突升级;早童样本)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7317"/>
                </a:solidFill>
                <a:latin typeface="Microsoft YaHei"/>
              </a:rPr>
              <a:t>红线:父母先改变 · 不承诺提分或疗效 · 不比较排名 · 不贴标签 · 不诊断 · 打卡不等于结果 · 完课不等于改变 · 观察不等于事实 · 危机转人工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