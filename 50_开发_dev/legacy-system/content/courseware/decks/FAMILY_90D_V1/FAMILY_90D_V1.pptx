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7317"/>
                </a:solidFill>
                <a:latin typeface="Microsoft YaHei"/>
              </a:rPr>
              <a:t>FAMILY_90D_V1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Microsoft YaHei"/>
              </a:rPr>
              <a:t>90天家庭成长计划 · 从家长先改变到共创稳定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Microsoft YaHei"/>
              </a:rPr>
              <a:t>先连接/接住情绪再纠正;家长先练自己能改变的,再邀请孩子共创,最后把稳定的连接沉淀为家庭日常。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icrosoft YaHei"/>
              </a:rPr>
              <a:t>看见与连接(D1–14) · 家长先改变(D15–35) · 共创家庭(D36–60) · 稳定与沉淀(D61–90)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对象:家长与家庭(父母先改变;孩子不是被改造对象,而是共创伙伴)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EA7317"/>
                </a:solidFill>
                <a:latin typeface="Microsoft YaHei"/>
              </a:rPr>
              <a:t>看见与连接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D1–14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1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先看见自己的第一反应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技能:家长自我觉察(情绪教练第一步:先觉察情绪)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连接的前提是家长先不被自己的第一反应带走;情绪教练从觉察自身与孩子的情绪开始。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本周焦点 + 每日微行动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这一周只做一件事——在冲突升起时先看见自己的身体信号和第一反应,先不开口纠正。
· 摩擦升起时,先在心里默念一句"我现在有点急",不马上开口。
· 开口前给自己三秒暂停,深呼吸后再说第一句话。
· 留意自己的一个身体信号(皱眉/提高音量/胸口发紧)。
· 睡前记下今天最想改口的一句话。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“我今天注意到自己有点着急,想先听听你怎么想的。”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你自己的身体信号与第一反应,不是给孩子贴标签。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这是家长的觉察练习,不是评判孩子;若涉及安全风险,立即转人工/求助。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 ; 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1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2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接住情绪,先复述再回应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技能:情绪确认(validate)与反映式/主动倾听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孩子先感到情绪被接住、被听见(felt-listening),防御下降,才更能听进后面的话。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本周焦点 + 每日微行动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把评判换成接住;回应前先用自己的话复述一遍孩子在意的点。
· 把"你怎么又这样"换成"你看起来挺不开心的"。
· 回应前先复述一句:"你的意思是……我理解得对吗?"
· 今天刻意不用"但是",改用"我看到……我有点担心……"。
· 把一次追问换成一句开放式问题:"今天卡在哪一步了?"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“看得出来这件事让你挺烦的,你愿意多跟我说说吗?”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说完之后孩子是更愿意说,还是更退缩(过程观察,非打分)。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接住情绪不等于认同所有行为;复述是理解不是审问,安全边界仍在。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 ; E2 doi:10.1037/h0045357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2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2563EB"/>
                </a:solidFill>
                <a:latin typeface="Microsoft YaHei"/>
              </a:rPr>
              <a:t>家长先改变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D15–35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3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帮情绪起个名字,并示范如何平复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技能:情绪命名(labeling)与共同调节(co-regulation)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命名情绪帮助调节,是情绪教练核心一环;家长先示范真实的平复,孩子从中学会调节。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本周焦点 + 每日微行动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先帮孩子的情绪起个名字,再用自己出声的平复动作做示范。
· 猜一猜孩子的情绪并说出来:"你是不是有点失望?"
· 猜错就问,不替他定义:"那更像是……委屈?"
· 情绪上来时出声示范:"我先喝口水冷静一下。"
· 睡前回看:今天孩子有没有开始模仿你的平复方式。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“这种感觉是不是有点像……失望?我刚才也有点冲,我们都缓一下再聊。”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命名对了时孩子常会松一口气;你的平复方式是否被孩子模仿。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是帮命名不是替他贴标签;示范真实的平复,不是表演完美,更不诊断。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 ; 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3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4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给有限选择,支持自主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技能:自主支持(autonomy support)与有限选择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有限选择既给孩子自主感又守住边界,能减少权力对抗与强制升级。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本周焦点 + 每日微行动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把命令换成两个你都能接受的选择,让孩子来定。
· 把一条命令换成两个都可接受的选择让孩子选。
· 选择由孩子定,你不在选完后又反悔。
· 观察给了选择后配合度的变化,不打分。
· 睡前记一次孩子自己做主后你没插手的时刻。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“你想先写数学还是先写语文?你来定。”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给了选择后配合度的变化(过程,非对错)。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选择在你能接受的范围内,不是放任;把决定权交出去就不再临时收回。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4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5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期待校准与边界一致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技能:期待校准 + 温和而坚定的一致性(consistency)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过高的即时期待易生焦虑与冲突;清晰一致的边界加温暖关系,比严厉或放任都更有效。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本周焦点 + 每日微行动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把一个"应该"改成"这个阶段可以先……",再温和坚定地守住一个小边界。
· 挑一个你常说"应该"的点,改成一个更小的当下目标。
· 选一个小边界,温和地说明并坚定守住一次。
· 守住一个昨天说过的小约定,不临时改。
· 睡前记:温和坚定 vs 发火,今天哪个孩子更配合。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“这周我们先做到……就很好;约定的时间到了,明天继续。”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目标变小后完成与情绪是否更好;温和坚定 vs 发火,哪个更奏效。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校准期待≠降低关心,坚定不是强硬;不制造"别人家孩子"的比较焦虑,不排名。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5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0F766E"/>
                </a:solidFill>
                <a:latin typeface="Microsoft YaHei"/>
              </a:rPr>
              <a:t>共创家庭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D36–60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6   ·   共创家庭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邀请孩子共创一条家庭规则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技能:共创(co-create)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孩子参与制定的规则更愿意遵守(兼得自主感与归属感),减少单方规定引发的对抗。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本周焦点 + 每日微行动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就一件具体小事,和孩子一起定一条双方都同意的规则。
· 选一件小事,邀请孩子一起提议解决办法。
· 把你的底线说清楚,再在底线内和孩子协商。
· 定下一条双方都点头的规则,写下来贴出来。
· 观察共同制定 vs 单方规定,执行度差别。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“这件事我们一起定个都能接受的办法,好吗?”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共同制定 vs 单方规定,规则执行度的差别(过程观察)。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共创不是把责任甩锅给孩子;你仍是守护者,安全红线不参与协商。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6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7   ·   共创家庭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修复先于说教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技能:关系修复(repair)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家长没忍住之后,主动修复关系比继续讲道理更重要;修复本身示范了如何面对错误。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本周焦点 + 每日微行动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为上次没忍住的时刻主动修复,而不是继续讲道理。
· 为上次没忍住的时刻,向孩子简单真诚地道个歉。
· 道歉只说自己,不附加"但你也……"。
· 修复后给一个具体的小连接(一起做件小事)。
· 睡前记:修复后孩子是否更靠近你。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“上次我语气重了,对不起,我在学着改。”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修复后孩子是否更愿意靠近你(过程,非交换)。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修复是真诚,不用来换取顺从;不反过来要求孩子先认错。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7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8   ·   共创家庭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放大具体的小赢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技能:强化小赢(具体、非泛化)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具体肯定行为(而非贴"你真聪明"这类人格标签)更能巩固该行为,也支持孩子的情绪与自我调节。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本周焦点 + 每日微行动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每天找到并具体说出一个孩子做到的小进步。
· 指出一个具体的小进步:"你今天主动开始写作业了。"
· 肯定行为本身,不加"你真聪明/真乖"的标签。
· 观察被具体肯定后,该行为是否更常出现。
· 睡前记一个你今天真心欣赏的具体行为。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“我注意到你今天……(具体行为),挺不容易。”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具体肯定后该行为是否更常出现(过程观察)。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肯定行为不贴人格标签;不比较排名,不制造表扬依赖。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8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9   ·   共创家庭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迁移到新场景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技能:泛化(generalization)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把一个已见效的小做法用到另一个场景,能巩固技能并让改变不局限于单一情境。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本周焦点 + 每日微行动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把本阶段一个有效的小做法,试着用到另一件事上。
· 选一个近期有效的小做法,想想还能用在哪。
· 把它试着用到另一件事上,和孩子说清是在试。
· 观察同一方法在新场景是否也管用。
· 睡前记一次成功迁移或一次没成的尝试。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“上次那个办法挺好用,这件事我们也试试?”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同一方法在新场景是否也管用(尝试,非考核)。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迁移是尝试,不强求每次都成;不因一次没成而否定孩子。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9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7C3AED"/>
                </a:solidFill>
                <a:latin typeface="Microsoft YaHei"/>
              </a:rPr>
              <a:t>稳定与沉淀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D61–90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10   ·   稳定与沉淀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处理反复,不否定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Microsoft YaHei"/>
              </a:rPr>
              <a:t>技能:处理退步(回到先连接,不贴标签)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退步是常态;此时回到"先接住情绪"比责备更有用,情绪教练在起伏时仍先连接。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本周焦点 + 每日微行动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孩子出现反复时,先接住情绪,不说"你又……"。
· 孩子退步时,先接住情绪,不说"你又……"。
· 把退步当作数据而非罪证,想想触发点是什么。
· 用一句"我们从今天重新开始"代替翻旧账。
· 观察不否定 vs 责备,恢复速度的差别。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“有起伏很正常,我们从今天重新开始。”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不否定 vs 责备,孩子恢复的速度差别。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不否定≠没边界;不贴标签、不诊断,红线仍守。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10 /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11   ·   稳定与沉淀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每日连接的小仪式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Microsoft YaHei"/>
              </a:rPr>
              <a:t>技能:可持续的连接仪式(family routines)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稳定、可预期的家庭日常与仪式化时刻,与儿童发展与家庭功能正相关,让连接跨天持续而非一次性。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本周焦点 + 每日微行动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和孩子约定一个每天几分钟的固定连接时刻,并坚持下来。
· 和孩子约定一个每天 3 分钟的固定连接时刻(如睡前聊一句)。
· 把仪式放在每天同一时间,让它可预期。
· 仪式当天缺席就补一句说明,不无声跳过。
· 观察仪式坚持几天后关系的感觉。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“以后每天睡前,我们聊一件今天的小事,好不好?”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仪式坚持几天后关系与情绪的变化(过程观察)。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仪式贵在小而持续,不追求形式;打卡≠结果。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依据:E5 doi:10.1111/jftr.12549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11 /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12   ·   稳定与沉淀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跨场景稳定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Microsoft YaHei"/>
              </a:rPr>
              <a:t>技能:跨情境稳定(把连接与边界带到更多场景)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把已稳定的连接与一致边界扩展到更多日常场景,让改变成为家庭默认方式而非特定场合的表现。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本周焦点 + 每日微行动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把前几周稳定下来的做法,带到吃饭/出门/作业等更多场景。
· 选一个新场景(如出门/吃饭),把先连接的做法用进去。
· 在新场景里同样保持温和而坚定的一致边界。
· 让每日连接仪式在忙碌的日子也不缺席。
· 观察哪些场景已经不太需要提醒就顺了。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“这些天我们在家做得挺好,今天出门也一样,我们一起。”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哪些场景已趋于稳定、不再需要刻意提醒(过程观察)。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稳定不是要求完美;不同场景有起伏很正常,不比较不排名。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 ; E5 doi:10.1111/jftr.12549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12 /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Week 13   ·   稳定与沉淀 · 结营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综合复盘,衔接年度会员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看见 90 天里真实发生的过程改变(非总分),选定要继续做的事,自然衔接年度会员的长期陪伴。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
可以说:“这 90 天我最想继续做的是……你觉得呢?”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综合复盘不是结营考核;完课≠改变,观察≠事实,改变靠继续做来证明。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FAMILY_90D_V1    Week 13 / 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循证依据(crossref 已核验)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doi:10.1016/j.adolescence.2015.04.005 — Tuning in to Teens 情绪教练 RCT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doi:10.32920/26052868 — 儿童情绪调节·家长 meta(2024)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doi:10.1017/S0954579414000169 — 强制家庭过程(边界/一致性;青少年外推 LIMITED)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E2 · doi:10.1037/h0045357 — 共情/主动倾听(理论背景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E5 · doi:10.1111/jftr.12549 — routines 与儿童发展 系统综述(稳定/仪式化)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7317"/>
                </a:solidFill>
                <a:latin typeface="Microsoft YaHei"/>
              </a:rPr>
              <a:t>红线:父母先改变 · 不贴标签 · 不诊断 · 不制造焦虑 · 不比较排名 · 打卡不等于结果 · 完课不等于改变 · 观察不等于事实 · 危机转人工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